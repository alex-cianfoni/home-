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61" r:id="rId7"/>
    <p:sldId id="270" r:id="rId8"/>
    <p:sldId id="271" r:id="rId9"/>
    <p:sldId id="262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4" r:id="rId19"/>
    <p:sldId id="280" r:id="rId20"/>
    <p:sldId id="281" r:id="rId21"/>
    <p:sldId id="265" r:id="rId22"/>
    <p:sldId id="282" r:id="rId23"/>
    <p:sldId id="283" r:id="rId24"/>
    <p:sldId id="266" r:id="rId25"/>
    <p:sldId id="26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327"/>
  </p:normalViewPr>
  <p:slideViewPr>
    <p:cSldViewPr snapToGrid="0">
      <p:cViewPr varScale="1">
        <p:scale>
          <a:sx n="86" d="100"/>
          <a:sy n="86" d="100"/>
        </p:scale>
        <p:origin x="24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D1049-73CD-3D05-1619-52D0496F72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 to </a:t>
            </a:r>
            <a:r>
              <a:rPr lang="en-US" dirty="0" err="1"/>
              <a:t>Sql</a:t>
            </a:r>
            <a:r>
              <a:rPr lang="en-US" dirty="0"/>
              <a:t>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4F6E3-6B00-5572-501F-20BD5E13F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Alex </a:t>
            </a:r>
            <a:r>
              <a:rPr lang="en-US" dirty="0" err="1"/>
              <a:t>Cianfoni</a:t>
            </a:r>
            <a:r>
              <a:rPr lang="en-US" dirty="0"/>
              <a:t> </a:t>
            </a:r>
          </a:p>
          <a:p>
            <a:r>
              <a:rPr lang="en-US" dirty="0" err="1"/>
              <a:t>Llm</a:t>
            </a:r>
            <a:r>
              <a:rPr lang="en-US" dirty="0"/>
              <a:t> used </a:t>
            </a:r>
            <a:r>
              <a:rPr lang="en-US" dirty="0" err="1"/>
              <a:t>chatgpt</a:t>
            </a:r>
            <a:r>
              <a:rPr lang="en-US" dirty="0"/>
              <a:t> and version 3.5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4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3D05-61C5-7EDE-2EBD-8F5FCC34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9C54-5008-9752-39F2-7EF6CF196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grading methodology would be, for each question 5 points would be awarded for a question correct and 5 points taken way for a question being wrong. </a:t>
            </a:r>
          </a:p>
          <a:p>
            <a:r>
              <a:rPr lang="en-US" dirty="0"/>
              <a:t>Points off for each time it has to be corrected </a:t>
            </a:r>
          </a:p>
          <a:p>
            <a:r>
              <a:rPr lang="en-US" dirty="0"/>
              <a:t>loss of points for if it not working or if it doesn’t give you the desired answer </a:t>
            </a:r>
          </a:p>
          <a:p>
            <a:r>
              <a:rPr lang="en-US" dirty="0"/>
              <a:t>Points for simplicity </a:t>
            </a:r>
          </a:p>
        </p:txBody>
      </p:sp>
    </p:spTree>
    <p:extLst>
      <p:ext uri="{BB962C8B-B14F-4D97-AF65-F5344CB8AC3E}">
        <p14:creationId xmlns:p14="http://schemas.microsoft.com/office/powerpoint/2010/main" val="3612807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8B7E-642D-7138-97C0-211219F3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B2BCC-0D1C-75CA-ED0C-9A8291B4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Prompt :</a:t>
            </a:r>
          </a:p>
          <a:p>
            <a:pPr marL="0" indent="0">
              <a:buNone/>
            </a:pPr>
            <a:r>
              <a:rPr lang="en-US" dirty="0"/>
              <a:t>--1. Display the cities that makes the most different kinds of products. Experiment with the rank()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0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  city,</a:t>
            </a:r>
          </a:p>
          <a:p>
            <a:r>
              <a:rPr lang="en-US" dirty="0"/>
              <a:t>    COUNT(DISTINCT </a:t>
            </a:r>
            <a:r>
              <a:rPr lang="en-US" dirty="0" err="1"/>
              <a:t>prodId</a:t>
            </a:r>
            <a:r>
              <a:rPr lang="en-US" dirty="0"/>
              <a:t>) AS </a:t>
            </a:r>
            <a:r>
              <a:rPr lang="en-US" dirty="0" err="1"/>
              <a:t>num_products</a:t>
            </a:r>
            <a:endParaRPr lang="en-US" dirty="0"/>
          </a:p>
          <a:p>
            <a:r>
              <a:rPr lang="en-US" dirty="0"/>
              <a:t>FROM </a:t>
            </a:r>
          </a:p>
          <a:p>
            <a:r>
              <a:rPr lang="en-US" dirty="0"/>
              <a:t>    Products</a:t>
            </a:r>
          </a:p>
          <a:p>
            <a:r>
              <a:rPr lang="en-US" dirty="0"/>
              <a:t>GROUP BY </a:t>
            </a:r>
          </a:p>
          <a:p>
            <a:r>
              <a:rPr lang="en-US" dirty="0"/>
              <a:t>    city</a:t>
            </a:r>
          </a:p>
          <a:p>
            <a:r>
              <a:rPr lang="en-US" dirty="0"/>
              <a:t>ORDER BY </a:t>
            </a:r>
          </a:p>
          <a:p>
            <a:r>
              <a:rPr lang="en-US" dirty="0"/>
              <a:t>    COUNT(DISTINCT </a:t>
            </a:r>
            <a:r>
              <a:rPr lang="en-US" dirty="0" err="1"/>
              <a:t>prodId</a:t>
            </a:r>
            <a:r>
              <a:rPr lang="en-US" dirty="0"/>
              <a:t>) DESC</a:t>
            </a:r>
          </a:p>
          <a:p>
            <a:r>
              <a:rPr lang="en-US" dirty="0"/>
              <a:t>LIMIT 1;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4/5 </a:t>
            </a:r>
          </a:p>
          <a:p>
            <a:r>
              <a:rPr lang="en-US" dirty="0"/>
              <a:t>Only needed 1 fix and that was to simplify the code.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2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results between my code and the </a:t>
            </a:r>
            <a:r>
              <a:rPr lang="en-US" dirty="0" err="1"/>
              <a:t>llm</a:t>
            </a:r>
            <a:r>
              <a:rPr lang="en-US" dirty="0"/>
              <a:t> where the same.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257" y="3032802"/>
            <a:ext cx="4613872" cy="140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6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1132-858D-FB5A-582C-E91B1E59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E3A1C-3ED1-2064-3CBD-301FE4D48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--2. Display the names of products whose </a:t>
            </a:r>
            <a:r>
              <a:rPr lang="en-US" dirty="0" err="1"/>
              <a:t>priceUSD</a:t>
            </a:r>
            <a:r>
              <a:rPr lang="en-US" dirty="0"/>
              <a:t> is less than 1% of the average </a:t>
            </a:r>
            <a:r>
              <a:rPr lang="en-US" dirty="0" err="1"/>
              <a:t>priceUSD</a:t>
            </a:r>
            <a:r>
              <a:rPr lang="en-US" dirty="0"/>
              <a:t>, in alphabetical order. from A to Z.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8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  name</a:t>
            </a:r>
          </a:p>
          <a:p>
            <a:r>
              <a:rPr lang="en-US" dirty="0"/>
              <a:t>FROM </a:t>
            </a:r>
          </a:p>
          <a:p>
            <a:r>
              <a:rPr lang="en-US" dirty="0"/>
              <a:t>    Products</a:t>
            </a:r>
          </a:p>
          <a:p>
            <a:r>
              <a:rPr lang="en-US" dirty="0"/>
              <a:t>WHERE </a:t>
            </a:r>
          </a:p>
          <a:p>
            <a:r>
              <a:rPr lang="en-US" dirty="0"/>
              <a:t>    </a:t>
            </a:r>
            <a:r>
              <a:rPr lang="en-US" dirty="0" err="1"/>
              <a:t>priceUSD</a:t>
            </a:r>
            <a:r>
              <a:rPr lang="en-US" dirty="0"/>
              <a:t> &lt; (SELECT AVG(</a:t>
            </a:r>
            <a:r>
              <a:rPr lang="en-US" dirty="0" err="1"/>
              <a:t>priceUSD</a:t>
            </a:r>
            <a:r>
              <a:rPr lang="en-US" dirty="0"/>
              <a:t>) * 0.01 FROM Products)</a:t>
            </a:r>
          </a:p>
          <a:p>
            <a:r>
              <a:rPr lang="en-US" dirty="0"/>
              <a:t>ORDER BY </a:t>
            </a:r>
          </a:p>
          <a:p>
            <a:r>
              <a:rPr lang="en-US" dirty="0"/>
              <a:t>    name ASC;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4/5 </a:t>
            </a:r>
          </a:p>
          <a:p>
            <a:r>
              <a:rPr lang="en-US" dirty="0"/>
              <a:t>Only needed 1 fix and that was to simplify the code.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58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results between my code and the </a:t>
            </a:r>
            <a:r>
              <a:rPr lang="en-US" dirty="0" err="1"/>
              <a:t>llm</a:t>
            </a:r>
            <a:r>
              <a:rPr lang="en-US" dirty="0"/>
              <a:t> where the same.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81574" y="1871339"/>
            <a:ext cx="3528861" cy="242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5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0445-8345-2E90-CFEE-9D48067A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4784-D474-188E-3964-4D3D533B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--3. Display the customer last name, product id ordered, and the </a:t>
            </a:r>
            <a:r>
              <a:rPr lang="en-US" dirty="0" err="1"/>
              <a:t>totalUSD</a:t>
            </a:r>
            <a:r>
              <a:rPr lang="en-US" dirty="0"/>
              <a:t> for all orders made in March of any year, sorted by </a:t>
            </a:r>
            <a:r>
              <a:rPr lang="en-US" dirty="0" err="1"/>
              <a:t>totalUSD</a:t>
            </a:r>
            <a:r>
              <a:rPr lang="en-US" dirty="0"/>
              <a:t> from low to high.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  </a:t>
            </a:r>
            <a:r>
              <a:rPr lang="en-US" dirty="0" err="1"/>
              <a:t>p.lastName</a:t>
            </a:r>
            <a:r>
              <a:rPr lang="en-US" dirty="0"/>
              <a:t> AS </a:t>
            </a:r>
            <a:r>
              <a:rPr lang="en-US" dirty="0" err="1"/>
              <a:t>customer_last_name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o.prodId</a:t>
            </a:r>
            <a:r>
              <a:rPr lang="en-US" dirty="0"/>
              <a:t> AS </a:t>
            </a:r>
            <a:r>
              <a:rPr lang="en-US" dirty="0" err="1"/>
              <a:t>product_id_ordered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o.totalUSD</a:t>
            </a:r>
            <a:endParaRPr lang="en-US" dirty="0"/>
          </a:p>
          <a:p>
            <a:r>
              <a:rPr lang="en-US" dirty="0"/>
              <a:t>FROM </a:t>
            </a:r>
          </a:p>
          <a:p>
            <a:r>
              <a:rPr lang="en-US" dirty="0"/>
              <a:t>    Orders o</a:t>
            </a:r>
          </a:p>
          <a:p>
            <a:r>
              <a:rPr lang="en-US" dirty="0"/>
              <a:t>JOIN </a:t>
            </a:r>
          </a:p>
          <a:p>
            <a:r>
              <a:rPr lang="en-US" dirty="0"/>
              <a:t>    Customers c ON </a:t>
            </a:r>
            <a:r>
              <a:rPr lang="en-US" dirty="0" err="1"/>
              <a:t>o.custId</a:t>
            </a:r>
            <a:r>
              <a:rPr lang="en-US" dirty="0"/>
              <a:t> = </a:t>
            </a:r>
            <a:r>
              <a:rPr lang="en-US" dirty="0" err="1"/>
              <a:t>c.pid</a:t>
            </a:r>
            <a:endParaRPr lang="en-US" dirty="0"/>
          </a:p>
          <a:p>
            <a:r>
              <a:rPr lang="en-US" dirty="0"/>
              <a:t>JOIN </a:t>
            </a:r>
          </a:p>
          <a:p>
            <a:r>
              <a:rPr lang="en-US" dirty="0"/>
              <a:t>    People p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p.pid</a:t>
            </a:r>
            <a:endParaRPr lang="en-US" dirty="0"/>
          </a:p>
          <a:p>
            <a:r>
              <a:rPr lang="en-US" dirty="0"/>
              <a:t>WHERE </a:t>
            </a:r>
          </a:p>
          <a:p>
            <a:r>
              <a:rPr lang="en-US" dirty="0"/>
              <a:t>    EXTRACT(MONTH FROM </a:t>
            </a:r>
            <a:r>
              <a:rPr lang="en-US" dirty="0" err="1"/>
              <a:t>o.dateOrdered</a:t>
            </a:r>
            <a:r>
              <a:rPr lang="en-US" dirty="0"/>
              <a:t>) = 3</a:t>
            </a:r>
          </a:p>
          <a:p>
            <a:r>
              <a:rPr lang="en-US" dirty="0"/>
              <a:t>ORDER BY </a:t>
            </a:r>
          </a:p>
          <a:p>
            <a:r>
              <a:rPr lang="en-US" dirty="0"/>
              <a:t>    </a:t>
            </a:r>
            <a:r>
              <a:rPr lang="en-US" dirty="0" err="1"/>
              <a:t>o.totalUSD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4/5 </a:t>
            </a:r>
          </a:p>
          <a:p>
            <a:r>
              <a:rPr lang="en-US" dirty="0"/>
              <a:t>Only needed 1 fix and that was to simplify the code.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3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results between my code and the </a:t>
            </a:r>
            <a:r>
              <a:rPr lang="en-US" dirty="0" err="1"/>
              <a:t>llm</a:t>
            </a:r>
            <a:r>
              <a:rPr lang="en-US" dirty="0"/>
              <a:t> where the same.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81574" y="2474940"/>
            <a:ext cx="3528861" cy="121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5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0445-8345-2E90-CFEE-9D48067A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4784-D474-188E-3964-4D3D533B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--4. Display the last name of all customers (in reverse alphabetical order) and their total ordered by customer, and nothing more. </a:t>
            </a:r>
          </a:p>
          <a:p>
            <a:r>
              <a:rPr lang="en-US" dirty="0"/>
              <a:t>--Use coalesce to avoid showing NULL totals.</a:t>
            </a:r>
          </a:p>
        </p:txBody>
      </p:sp>
    </p:spTree>
    <p:extLst>
      <p:ext uri="{BB962C8B-B14F-4D97-AF65-F5344CB8AC3E}">
        <p14:creationId xmlns:p14="http://schemas.microsoft.com/office/powerpoint/2010/main" val="286660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  </a:t>
            </a:r>
            <a:r>
              <a:rPr lang="en-US" dirty="0" err="1"/>
              <a:t>p.lastName</a:t>
            </a:r>
            <a:r>
              <a:rPr lang="en-US" dirty="0"/>
              <a:t> AS </a:t>
            </a:r>
            <a:r>
              <a:rPr lang="en-US" dirty="0" err="1"/>
              <a:t>customer_last_name</a:t>
            </a:r>
            <a:r>
              <a:rPr lang="en-US" dirty="0"/>
              <a:t>,</a:t>
            </a:r>
          </a:p>
          <a:p>
            <a:r>
              <a:rPr lang="en-US" dirty="0"/>
              <a:t>    COALESCE(SUM(</a:t>
            </a:r>
            <a:r>
              <a:rPr lang="en-US" dirty="0" err="1"/>
              <a:t>o.totalUSD</a:t>
            </a:r>
            <a:r>
              <a:rPr lang="en-US" dirty="0"/>
              <a:t>), 0) AS </a:t>
            </a:r>
            <a:r>
              <a:rPr lang="en-US" dirty="0" err="1"/>
              <a:t>total_ordered</a:t>
            </a:r>
            <a:endParaRPr lang="en-US" dirty="0"/>
          </a:p>
          <a:p>
            <a:r>
              <a:rPr lang="en-US" dirty="0"/>
              <a:t>FROM </a:t>
            </a:r>
          </a:p>
          <a:p>
            <a:r>
              <a:rPr lang="en-US" dirty="0"/>
              <a:t>    Customers c</a:t>
            </a:r>
          </a:p>
          <a:p>
            <a:r>
              <a:rPr lang="en-US" dirty="0"/>
              <a:t>LEFT JOIN </a:t>
            </a:r>
          </a:p>
          <a:p>
            <a:r>
              <a:rPr lang="en-US" dirty="0"/>
              <a:t>    Orders o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o.custId</a:t>
            </a:r>
            <a:endParaRPr lang="en-US" dirty="0"/>
          </a:p>
          <a:p>
            <a:r>
              <a:rPr lang="en-US" dirty="0"/>
              <a:t>LEFT JOIN </a:t>
            </a:r>
          </a:p>
          <a:p>
            <a:r>
              <a:rPr lang="en-US" dirty="0"/>
              <a:t>    People p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p.pid</a:t>
            </a:r>
            <a:endParaRPr lang="en-US" dirty="0"/>
          </a:p>
          <a:p>
            <a:r>
              <a:rPr lang="en-US" dirty="0"/>
              <a:t>GROUP BY </a:t>
            </a:r>
          </a:p>
          <a:p>
            <a:r>
              <a:rPr lang="en-US" dirty="0"/>
              <a:t>    </a:t>
            </a:r>
            <a:r>
              <a:rPr lang="en-US" dirty="0" err="1"/>
              <a:t>p.lastName</a:t>
            </a:r>
            <a:endParaRPr lang="en-US" dirty="0"/>
          </a:p>
          <a:p>
            <a:r>
              <a:rPr lang="en-US" dirty="0"/>
              <a:t>ORDER BY </a:t>
            </a:r>
          </a:p>
          <a:p>
            <a:r>
              <a:rPr lang="en-US" dirty="0"/>
              <a:t>    </a:t>
            </a:r>
            <a:r>
              <a:rPr lang="en-US" dirty="0" err="1"/>
              <a:t>p.lastName</a:t>
            </a:r>
            <a:r>
              <a:rPr lang="en-US" dirty="0"/>
              <a:t> DESC;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3/5 </a:t>
            </a:r>
          </a:p>
          <a:p>
            <a:r>
              <a:rPr lang="en-US" dirty="0"/>
              <a:t>The first time it showed all people not just customers. So I told it to just show only customers not people.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4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of the </a:t>
            </a:r>
            <a:r>
              <a:rPr lang="en-US" dirty="0" err="1"/>
              <a:t>llm</a:t>
            </a:r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final results between the </a:t>
            </a:r>
            <a:r>
              <a:rPr lang="en-US" dirty="0" err="1"/>
              <a:t>llm</a:t>
            </a:r>
            <a:r>
              <a:rPr lang="en-US" dirty="0"/>
              <a:t> and my code where the same.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29733" y="2474940"/>
            <a:ext cx="2232542" cy="121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86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0445-8345-2E90-CFEE-9D48067A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4784-D474-188E-3964-4D3D533B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--5. Display the names of all customers who bought products from agents based in Chilliwack along with the names of the products they ordered,</a:t>
            </a:r>
          </a:p>
          <a:p>
            <a:pPr marL="0" indent="0">
              <a:buNone/>
            </a:pPr>
            <a:r>
              <a:rPr lang="en-US" dirty="0"/>
              <a:t>-- and the names of the agents who sold it to them.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55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  </a:t>
            </a:r>
            <a:r>
              <a:rPr lang="en-US" dirty="0" err="1"/>
              <a:t>p.lastName</a:t>
            </a:r>
            <a:r>
              <a:rPr lang="en-US" dirty="0"/>
              <a:t> AS </a:t>
            </a:r>
            <a:r>
              <a:rPr lang="en-US" dirty="0" err="1"/>
              <a:t>customer_name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pr.name</a:t>
            </a:r>
            <a:r>
              <a:rPr lang="en-US" dirty="0"/>
              <a:t> AS </a:t>
            </a:r>
            <a:r>
              <a:rPr lang="en-US" dirty="0" err="1"/>
              <a:t>product_name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a.firstName</a:t>
            </a:r>
            <a:r>
              <a:rPr lang="en-US" dirty="0"/>
              <a:t> || ' ' || </a:t>
            </a:r>
            <a:r>
              <a:rPr lang="en-US" dirty="0" err="1"/>
              <a:t>a.lastName</a:t>
            </a:r>
            <a:r>
              <a:rPr lang="en-US" dirty="0"/>
              <a:t> AS </a:t>
            </a:r>
            <a:r>
              <a:rPr lang="en-US" dirty="0" err="1"/>
              <a:t>agent_name</a:t>
            </a:r>
            <a:endParaRPr lang="en-US" dirty="0"/>
          </a:p>
          <a:p>
            <a:r>
              <a:rPr lang="en-US" dirty="0"/>
              <a:t>FROM </a:t>
            </a:r>
          </a:p>
          <a:p>
            <a:r>
              <a:rPr lang="en-US" dirty="0"/>
              <a:t>    Orders o</a:t>
            </a:r>
          </a:p>
          <a:p>
            <a:r>
              <a:rPr lang="en-US" dirty="0"/>
              <a:t>JOIN </a:t>
            </a:r>
          </a:p>
          <a:p>
            <a:r>
              <a:rPr lang="en-US" dirty="0"/>
              <a:t>    Customers c ON </a:t>
            </a:r>
            <a:r>
              <a:rPr lang="en-US" dirty="0" err="1"/>
              <a:t>o.custId</a:t>
            </a:r>
            <a:r>
              <a:rPr lang="en-US" dirty="0"/>
              <a:t> = </a:t>
            </a:r>
            <a:r>
              <a:rPr lang="en-US" dirty="0" err="1"/>
              <a:t>c.pid</a:t>
            </a:r>
            <a:endParaRPr lang="en-US" dirty="0"/>
          </a:p>
          <a:p>
            <a:r>
              <a:rPr lang="en-US" dirty="0"/>
              <a:t>JOIN </a:t>
            </a:r>
          </a:p>
          <a:p>
            <a:r>
              <a:rPr lang="en-US" dirty="0"/>
              <a:t>    People p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p.pid</a:t>
            </a:r>
            <a:endParaRPr lang="en-US" dirty="0"/>
          </a:p>
          <a:p>
            <a:r>
              <a:rPr lang="en-US" dirty="0"/>
              <a:t>JOIN </a:t>
            </a:r>
          </a:p>
          <a:p>
            <a:r>
              <a:rPr lang="en-US" dirty="0"/>
              <a:t>    Products pr ON </a:t>
            </a:r>
            <a:r>
              <a:rPr lang="en-US" dirty="0" err="1"/>
              <a:t>o.prodId</a:t>
            </a:r>
            <a:r>
              <a:rPr lang="en-US" dirty="0"/>
              <a:t> = </a:t>
            </a:r>
            <a:r>
              <a:rPr lang="en-US" dirty="0" err="1"/>
              <a:t>pr.prodId</a:t>
            </a:r>
            <a:endParaRPr lang="en-US" dirty="0"/>
          </a:p>
          <a:p>
            <a:r>
              <a:rPr lang="en-US" dirty="0"/>
              <a:t>JOIN </a:t>
            </a:r>
          </a:p>
          <a:p>
            <a:r>
              <a:rPr lang="en-US" dirty="0"/>
              <a:t>    Agents ag ON </a:t>
            </a:r>
            <a:r>
              <a:rPr lang="en-US" dirty="0" err="1"/>
              <a:t>o.agentId</a:t>
            </a:r>
            <a:r>
              <a:rPr lang="en-US" dirty="0"/>
              <a:t> = </a:t>
            </a:r>
            <a:r>
              <a:rPr lang="en-US" dirty="0" err="1"/>
              <a:t>ag.pid</a:t>
            </a:r>
            <a:endParaRPr lang="en-US" dirty="0"/>
          </a:p>
          <a:p>
            <a:r>
              <a:rPr lang="en-US" dirty="0"/>
              <a:t>JOIN </a:t>
            </a:r>
          </a:p>
          <a:p>
            <a:r>
              <a:rPr lang="en-US" dirty="0"/>
              <a:t>    People a ON </a:t>
            </a:r>
            <a:r>
              <a:rPr lang="en-US" dirty="0" err="1"/>
              <a:t>ag.pid</a:t>
            </a:r>
            <a:r>
              <a:rPr lang="en-US" dirty="0"/>
              <a:t> = </a:t>
            </a:r>
            <a:r>
              <a:rPr lang="en-US" dirty="0" err="1"/>
              <a:t>a.pid</a:t>
            </a:r>
            <a:endParaRPr lang="en-US" dirty="0"/>
          </a:p>
          <a:p>
            <a:r>
              <a:rPr lang="en-US" dirty="0"/>
              <a:t>WHERE </a:t>
            </a:r>
          </a:p>
          <a:p>
            <a:r>
              <a:rPr lang="en-US" dirty="0"/>
              <a:t>    </a:t>
            </a:r>
            <a:r>
              <a:rPr lang="en-US" dirty="0" err="1"/>
              <a:t>a.homeCity</a:t>
            </a:r>
            <a:r>
              <a:rPr lang="en-US" dirty="0"/>
              <a:t> = 'Chilliwack';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4/5 </a:t>
            </a:r>
          </a:p>
          <a:p>
            <a:r>
              <a:rPr lang="en-US" sz="8000" dirty="0"/>
              <a:t>The first time it showed all people not just customers. So I told it to just show only customers not people.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78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of the </a:t>
            </a:r>
            <a:r>
              <a:rPr lang="en-US" dirty="0" err="1"/>
              <a:t>llm</a:t>
            </a:r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final results between the </a:t>
            </a:r>
            <a:r>
              <a:rPr lang="en-US" dirty="0" err="1"/>
              <a:t>llm</a:t>
            </a:r>
            <a:r>
              <a:rPr lang="en-US" dirty="0"/>
              <a:t> and my code where the same.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29733" y="2474940"/>
            <a:ext cx="2232542" cy="121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88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4320-EE4C-414A-E63B-34718B19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AFE0F-9F60-33D7-64F4-F7E26CA5E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--6. Write a query to check the accuracy of the </a:t>
            </a:r>
            <a:r>
              <a:rPr lang="en-US" dirty="0" err="1"/>
              <a:t>totalUSD</a:t>
            </a:r>
            <a:r>
              <a:rPr lang="en-US" dirty="0"/>
              <a:t> column in the Orders table. </a:t>
            </a:r>
          </a:p>
          <a:p>
            <a:r>
              <a:rPr lang="en-US" dirty="0"/>
              <a:t>--This means calculating </a:t>
            </a:r>
            <a:r>
              <a:rPr lang="en-US" dirty="0" err="1"/>
              <a:t>Orders.totalUSD</a:t>
            </a:r>
            <a:r>
              <a:rPr lang="en-US" dirty="0"/>
              <a:t> from data in other tables and comparing those values to the values in </a:t>
            </a:r>
            <a:r>
              <a:rPr lang="en-US" dirty="0" err="1"/>
              <a:t>Orders.totalUSD</a:t>
            </a:r>
            <a:r>
              <a:rPr lang="en-US" dirty="0"/>
              <a:t>.</a:t>
            </a:r>
          </a:p>
          <a:p>
            <a:r>
              <a:rPr lang="en-US" dirty="0"/>
              <a:t>--Display all rows in Orders where </a:t>
            </a:r>
            <a:r>
              <a:rPr lang="en-US" dirty="0" err="1"/>
              <a:t>Orders.totalUSD</a:t>
            </a:r>
            <a:r>
              <a:rPr lang="en-US" dirty="0"/>
              <a:t> is incorrect, if any. If there are any incorrect values, explain why they are wrong. </a:t>
            </a:r>
          </a:p>
          <a:p>
            <a:r>
              <a:rPr lang="en-US" dirty="0"/>
              <a:t>--Round to exactly two decimal places.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305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SELECT </a:t>
            </a:r>
          </a:p>
          <a:p>
            <a:r>
              <a:rPr lang="en-US" dirty="0"/>
              <a:t>    o.*,</a:t>
            </a:r>
          </a:p>
          <a:p>
            <a:r>
              <a:rPr lang="en-US" dirty="0"/>
              <a:t>    ROUND(SUM(</a:t>
            </a:r>
            <a:r>
              <a:rPr lang="en-US" dirty="0" err="1"/>
              <a:t>pr.priceUSD</a:t>
            </a:r>
            <a:r>
              <a:rPr lang="en-US" dirty="0"/>
              <a:t> * </a:t>
            </a:r>
            <a:r>
              <a:rPr lang="en-US" dirty="0" err="1"/>
              <a:t>o.quantityOrdered</a:t>
            </a:r>
            <a:r>
              <a:rPr lang="en-US" dirty="0"/>
              <a:t>), 2) AS </a:t>
            </a:r>
            <a:r>
              <a:rPr lang="en-US" dirty="0" err="1"/>
              <a:t>calculated_total</a:t>
            </a:r>
            <a:endParaRPr lang="en-US" dirty="0"/>
          </a:p>
          <a:p>
            <a:r>
              <a:rPr lang="en-US" dirty="0"/>
              <a:t>FROM </a:t>
            </a:r>
          </a:p>
          <a:p>
            <a:r>
              <a:rPr lang="en-US" dirty="0"/>
              <a:t>    Orders o</a:t>
            </a:r>
          </a:p>
          <a:p>
            <a:r>
              <a:rPr lang="en-US" dirty="0"/>
              <a:t>JOIN </a:t>
            </a:r>
          </a:p>
          <a:p>
            <a:r>
              <a:rPr lang="en-US" dirty="0"/>
              <a:t>    Products pr ON </a:t>
            </a:r>
            <a:r>
              <a:rPr lang="en-US" dirty="0" err="1"/>
              <a:t>o.prodId</a:t>
            </a:r>
            <a:r>
              <a:rPr lang="en-US" dirty="0"/>
              <a:t> = </a:t>
            </a:r>
            <a:r>
              <a:rPr lang="en-US" dirty="0" err="1"/>
              <a:t>pr.prodId</a:t>
            </a:r>
            <a:endParaRPr lang="en-US" dirty="0"/>
          </a:p>
          <a:p>
            <a:r>
              <a:rPr lang="en-US" dirty="0"/>
              <a:t>GROUP BY </a:t>
            </a:r>
          </a:p>
          <a:p>
            <a:r>
              <a:rPr lang="en-US" dirty="0"/>
              <a:t>    </a:t>
            </a:r>
            <a:r>
              <a:rPr lang="en-US" dirty="0" err="1"/>
              <a:t>o.orderNum</a:t>
            </a:r>
            <a:endParaRPr lang="en-US" dirty="0"/>
          </a:p>
          <a:p>
            <a:r>
              <a:rPr lang="en-US" dirty="0"/>
              <a:t>HAVING </a:t>
            </a:r>
          </a:p>
          <a:p>
            <a:r>
              <a:rPr lang="en-US" dirty="0"/>
              <a:t>    ROUND(SUM(</a:t>
            </a:r>
            <a:r>
              <a:rPr lang="en-US" dirty="0" err="1"/>
              <a:t>pr.priceUSD</a:t>
            </a:r>
            <a:r>
              <a:rPr lang="en-US" dirty="0"/>
              <a:t> * </a:t>
            </a:r>
            <a:r>
              <a:rPr lang="en-US" dirty="0" err="1"/>
              <a:t>o.quantityOrdered</a:t>
            </a:r>
            <a:r>
              <a:rPr lang="en-US" dirty="0"/>
              <a:t>), 2) != </a:t>
            </a:r>
            <a:r>
              <a:rPr lang="en-US" dirty="0" err="1"/>
              <a:t>o.totalUSD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55000" lnSpcReduction="20000"/>
          </a:bodyPr>
          <a:lstStyle/>
          <a:p>
            <a:r>
              <a:rPr lang="en-US" sz="8000" dirty="0"/>
              <a:t>4/5 </a:t>
            </a:r>
          </a:p>
          <a:p>
            <a:r>
              <a:rPr lang="en-US" sz="8000" dirty="0"/>
              <a:t>Gave pointless info.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59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of the </a:t>
            </a:r>
            <a:r>
              <a:rPr lang="en-US" dirty="0" err="1"/>
              <a:t>llm</a:t>
            </a:r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final results between the </a:t>
            </a:r>
            <a:r>
              <a:rPr lang="en-US" dirty="0" err="1"/>
              <a:t>llm</a:t>
            </a:r>
            <a:r>
              <a:rPr lang="en-US" dirty="0"/>
              <a:t> and my code where the same.  </a:t>
            </a:r>
          </a:p>
          <a:p>
            <a:r>
              <a:rPr lang="en-US" dirty="0"/>
              <a:t>Apart from the extra code and </a:t>
            </a:r>
          </a:p>
          <a:p>
            <a:r>
              <a:rPr lang="en-US" dirty="0"/>
              <a:t>Info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91328" y="1917762"/>
            <a:ext cx="6285703" cy="380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22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C70-EEA2-5C1B-5344-1E3E128D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7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8FB41-2EEA-7094-FFE5-5B03957CD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--7. Display the first and last name of all customers who are also agents.</a:t>
            </a:r>
          </a:p>
        </p:txBody>
      </p:sp>
    </p:spTree>
    <p:extLst>
      <p:ext uri="{BB962C8B-B14F-4D97-AF65-F5344CB8AC3E}">
        <p14:creationId xmlns:p14="http://schemas.microsoft.com/office/powerpoint/2010/main" val="3637240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1243-2542-CE9D-AA6B-7E00462C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					grade and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4AD8-18B7-3582-7EDA-CA0E71E46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c.firstName</a:t>
            </a:r>
            <a:r>
              <a:rPr lang="en-US" dirty="0"/>
              <a:t> AS </a:t>
            </a:r>
            <a:r>
              <a:rPr lang="en-US" dirty="0" err="1"/>
              <a:t>first_name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c.lastName</a:t>
            </a:r>
            <a:r>
              <a:rPr lang="en-US" dirty="0"/>
              <a:t> AS </a:t>
            </a:r>
            <a:r>
              <a:rPr lang="en-US" dirty="0" err="1"/>
              <a:t>last_name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</a:p>
          <a:p>
            <a:pPr marL="0" indent="0">
              <a:buNone/>
            </a:pPr>
            <a:r>
              <a:rPr lang="en-US" dirty="0"/>
              <a:t>    People c</a:t>
            </a:r>
          </a:p>
          <a:p>
            <a:pPr marL="0" indent="0">
              <a:buNone/>
            </a:pPr>
            <a:r>
              <a:rPr lang="en-US" dirty="0"/>
              <a:t>JOIN </a:t>
            </a:r>
          </a:p>
          <a:p>
            <a:pPr marL="0" indent="0">
              <a:buNone/>
            </a:pPr>
            <a:r>
              <a:rPr lang="en-US" dirty="0"/>
              <a:t>    Customers cu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cu.pid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JOIN </a:t>
            </a:r>
          </a:p>
          <a:p>
            <a:pPr marL="0" indent="0">
              <a:buNone/>
            </a:pPr>
            <a:r>
              <a:rPr lang="en-US" dirty="0"/>
              <a:t>    Agents a ON </a:t>
            </a:r>
            <a:r>
              <a:rPr lang="en-US" dirty="0" err="1"/>
              <a:t>c.pid</a:t>
            </a:r>
            <a:r>
              <a:rPr lang="en-US" dirty="0"/>
              <a:t> = </a:t>
            </a:r>
            <a:r>
              <a:rPr lang="en-US" dirty="0" err="1"/>
              <a:t>a.pid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D61A3-1EF2-1806-CFF7-07A210B2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4035768"/>
          </a:xfrm>
        </p:spPr>
        <p:txBody>
          <a:bodyPr>
            <a:normAutofit fontScale="92500" lnSpcReduction="10000"/>
          </a:bodyPr>
          <a:lstStyle/>
          <a:p>
            <a:r>
              <a:rPr lang="en-US" sz="8000" dirty="0"/>
              <a:t>5/5 </a:t>
            </a:r>
          </a:p>
          <a:p>
            <a:r>
              <a:rPr lang="en-US" sz="8000" dirty="0"/>
              <a:t>It was spotless.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599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C9DA-DD74-0474-4521-3DD14CF4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of the code of the </a:t>
            </a:r>
            <a:r>
              <a:rPr lang="en-US" dirty="0" err="1"/>
              <a:t>llm</a:t>
            </a:r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F5F76E-F4BE-F9B6-1014-F68F871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r>
              <a:rPr lang="en-US" dirty="0"/>
              <a:t>The final results between the </a:t>
            </a:r>
            <a:r>
              <a:rPr lang="en-US" dirty="0" err="1"/>
              <a:t>llm</a:t>
            </a:r>
            <a:r>
              <a:rPr lang="en-US" dirty="0"/>
              <a:t> and my code where the same.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9BAB3-F0DC-9752-A59D-FD2300F0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91328" y="2860233"/>
            <a:ext cx="6285703" cy="191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8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013A-D19F-D066-59C3-DED8C4E3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923A-4B70-B6D6-94A3-8926DC5F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85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8AD5-AB7D-CFB3-C607-5C7FF56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Opinions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23CB-5570-EB3E-0FD1-1910BABC7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LLM worked for the most part In answering the questions. It worked well and was smooth and seamless.  The only drawback to using it was that I needed to simplify the answers it was giving me.  The overall grade would be an 80 overall. </a:t>
            </a:r>
          </a:p>
        </p:txBody>
      </p:sp>
    </p:spTree>
    <p:extLst>
      <p:ext uri="{BB962C8B-B14F-4D97-AF65-F5344CB8AC3E}">
        <p14:creationId xmlns:p14="http://schemas.microsoft.com/office/powerpoint/2010/main" val="21687533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124</TotalTime>
  <Words>1118</Words>
  <Application>Microsoft Macintosh PowerPoint</Application>
  <PresentationFormat>Widescreen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Gill Sans MT</vt:lpstr>
      <vt:lpstr>Gallery</vt:lpstr>
      <vt:lpstr>Text to Sql project</vt:lpstr>
      <vt:lpstr>grading</vt:lpstr>
      <vt:lpstr>Question 1 </vt:lpstr>
      <vt:lpstr>Code      grade and fix </vt:lpstr>
      <vt:lpstr>Results of the code </vt:lpstr>
      <vt:lpstr>Question 2 </vt:lpstr>
      <vt:lpstr>Code      grade and fix </vt:lpstr>
      <vt:lpstr>Results of the code </vt:lpstr>
      <vt:lpstr>Question 3 </vt:lpstr>
      <vt:lpstr>Code      grade and fix </vt:lpstr>
      <vt:lpstr>Results of the code </vt:lpstr>
      <vt:lpstr>Question 4</vt:lpstr>
      <vt:lpstr>Code      grade and fix </vt:lpstr>
      <vt:lpstr>Results of the code of the llm </vt:lpstr>
      <vt:lpstr>Question 5</vt:lpstr>
      <vt:lpstr>Code      grade and fix </vt:lpstr>
      <vt:lpstr>Results of the code of the llm </vt:lpstr>
      <vt:lpstr>Question 6</vt:lpstr>
      <vt:lpstr>Code      grade and fix </vt:lpstr>
      <vt:lpstr>Results of the code of the llm </vt:lpstr>
      <vt:lpstr>Questions 7 </vt:lpstr>
      <vt:lpstr>Code      grade and fix </vt:lpstr>
      <vt:lpstr>Results of the code of the llm </vt:lpstr>
      <vt:lpstr>References  </vt:lpstr>
      <vt:lpstr>Opinions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to Sql project</dc:title>
  <dc:creator>Alexander Cianfoni1</dc:creator>
  <cp:lastModifiedBy>Alexander Cianfoni1</cp:lastModifiedBy>
  <cp:revision>14</cp:revision>
  <dcterms:created xsi:type="dcterms:W3CDTF">2024-03-18T11:34:04Z</dcterms:created>
  <dcterms:modified xsi:type="dcterms:W3CDTF">2024-03-22T11:55:53Z</dcterms:modified>
</cp:coreProperties>
</file>